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w8a16 builds on the Hexagon NPU, all layers on the NPU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(ms)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MoveNet · X Elite</c:v>
                  </c:pt>
                  <c:pt idx="1">
                    <c:v>RTMPose · X Elite</c:v>
                  </c:pt>
                  <c:pt idx="2">
                    <c:v>MoveNet · X2 Elite</c:v>
                  </c:pt>
                  <c:pt idx="3">
                    <c:v>RTMPose · X2 Elite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1.054</c:v>
                </c:pt>
                <c:pt idx="1">
                  <c:v>1.836</c:v>
                </c:pt>
                <c:pt idx="2">
                  <c:v>0.44</c:v>
                </c:pt>
                <c:pt idx="3">
                  <c:v>0.785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ms per frame (lower is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SNAPDRAGON AI LAB · BUILD &amp; PRESENT CHALLENGE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75569"/>
                </a:solidFill>
              </a:rPr>
              <a:t>पुनर्गति · movement, restored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physiotherapist's eyes at home, running on the Snapdragon NPU.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On-device pose tracking, clinical screening tests and coaching in 7 Indian languages. Offline, private, and with no subscription.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Sachin</a:t>
            </a:r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github.com/Sachin0496/punargati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051560"/>
            <a:ext cx="5440680" cy="3794760"/>
          </a:xfrm>
          <a:prstGeom prst="roundRect">
            <a:avLst>
              <a:gd name="adj" fmla="val 192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pic>
        <p:nvPicPr>
          <p:cNvPr id="10" name="Image 0" descr="/Users/sachin/Development/snapdragon/punargati/deck/assets/coach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143000"/>
            <a:ext cx="5257800" cy="21549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34290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squat coaching: skeleton, knee angles, rep counter and form cues.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3931920"/>
            <a:ext cx="1851660" cy="32918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3931920"/>
            <a:ext cx="18516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Qualcomm AI Hub MoveNet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79892" y="39319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9892" y="39319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Hexagon NPU · QNN EP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998964" y="3931920"/>
            <a:ext cx="891540" cy="32918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98964" y="3931920"/>
            <a:ext cx="891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LLM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55080" y="4334256"/>
            <a:ext cx="1028700" cy="32918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4334256"/>
            <a:ext cx="10287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languages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56932" y="4334256"/>
            <a:ext cx="754380" cy="329184"/>
          </a:xfrm>
          <a:prstGeom prst="roundRect">
            <a:avLst>
              <a:gd name="adj" fmla="val 5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6932" y="4334256"/>
            <a:ext cx="7543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happens at home: unsupervised, uncounted, unmeasured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874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28.7%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pooled prevalence of knee osteoarthritis in Indian studies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 et al., Indian J Orthop 2016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874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 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Indians with diabetes. About 13% of them develop frozen shoulder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703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ICMR-INDIAB 2023 · Zreik et al. 2016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874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in 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21040" y="2788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adults over 65 fall every year, and fall-risk screening needs a trained assessor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Falls Prevention Report 2007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5262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gets an exercise sheet and a weekly visit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5400000">
            <a:off x="4114800" y="4892040"/>
            <a:ext cx="146304" cy="237744"/>
          </a:xfrm>
          <a:prstGeom prst="rt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45262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5262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Nobody counts reps, checks form or measures range at home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863840" y="4892040"/>
            <a:ext cx="146304" cy="237744"/>
          </a:xfrm>
          <a:prstGeom prst="rt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45262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5262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physio finds out a week later, or never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ON-DEVICE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camera in someone's bedroom must never stream to a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783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AI coach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783080"/>
            <a:ext cx="5056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on a Snapdragon PC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267712"/>
            <a:ext cx="5102352" cy="86868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video of patients goes to a server: a DPDP-Act risk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4873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Frames live in RAM for ~1 ms on the NPU. Only numbers are saved; there's a skeleton-only privacy view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3227832"/>
            <a:ext cx="5102352" cy="86868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32461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fps upload fails in tier-2/3 towns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3246120"/>
            <a:ext cx="4873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offline. Models ship inside the repo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4187952"/>
            <a:ext cx="5102352" cy="86868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06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77440" y="4206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Per-minute inference makes free home rehab impossible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4206240"/>
            <a:ext cx="4873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One-time laptop, unlimited sessions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5148072"/>
            <a:ext cx="5102352" cy="86868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66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377440" y="51663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network round trip breaks rep timing and live cues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5166360"/>
            <a:ext cx="4873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 ms pose inference and instant spoken feedback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turns a Snapdragon laptop into a physiotherapist's eyes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prescribed exercises. Reps per side, range of motion, tempo and a quality score for every rep. Spoken form corrections.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55848" y="178308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0168" y="2011680"/>
            <a:ext cx="566928" cy="56692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30168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30168" y="31546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30-s chair stand (CDC fall-risk norms), single-leg balance, and shoulder / knee range of motion against AAOS reference values.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63056" y="178308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011680"/>
            <a:ext cx="566928" cy="56692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37376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37376" y="31546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curves per joint, day streaks, and a printable report the patient hands to the physio.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70264" y="1783080"/>
            <a:ext cx="2624328" cy="33832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44584" y="2011680"/>
            <a:ext cx="566928" cy="566928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4584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44584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&amp; ask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44584" y="31546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the physio's note to get a one-tap plan. The local LLM answers questions from your own data and escalates red flags.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Coaching languages: English, Hindi, Tamil, Telugu, Kannada, Marathi and Bengali, with offline Windows voices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rep measured: angle, tempo and quality, plus a spoken correction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863840" cy="3090672"/>
          </a:xfrm>
          <a:prstGeom prst="roundRect">
            <a:avLst>
              <a:gd name="adj" fmla="val 236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pic>
        <p:nvPicPr>
          <p:cNvPr id="8" name="Image 0" descr="/Users/sachin/Development/snapdragon/punargati/deck/assets/demo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4792"/>
            <a:ext cx="7717536" cy="294231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1764792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Goniometer-style joint angles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69680" y="20391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Knee, hip, shoulder, elbow and trunk, computed in isotropic pixel space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0" y="2633472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Per-rep quality score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869680" y="2907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reached × tempo × form, so a partial rep gets "go a little further"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86800" y="3502152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View-aware form rules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69680" y="37764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Knees caving in (front view), chest dropping (side view), elbow bending, shrugging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86800" y="4370832"/>
            <a:ext cx="54864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4297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view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869680" y="46451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the room and show only the skeleton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on real footage: 3/3 stands on the CDC's own chair-stand video (front view) and 2/2 squats on the demo clip. Both are regression tests.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SCREENING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fall-risk and mobility tests, scored against published norms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30-second chair stand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full stands in 30 s and flags fall risk using CDC STEADI thresholds by age and sex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Single-leg balance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 the stance until the foot touches down. Under 5 s flags fall risk (Vellas 1997); age means from Springer 2007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of motion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Shoulder flexion and abduction, knee flexion. Median-of-5 frames, compared with AAOS 180° / 180° / 135°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7512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30-s chair stand: stands that indicate fall risk (CDC STEADI)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14884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Women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60–64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65–69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70–74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75–79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80–84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85–89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90–94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7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&lt; 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675120" y="5349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countdown, timing and counting. The result card compares the score with the patient's age band.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sees, the NPU understands, and nothing leaves the PC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834640" cy="4160520"/>
          </a:xfrm>
          <a:prstGeom prst="roundRect">
            <a:avLst>
              <a:gd name="adj" fmla="val 19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556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UI (OFFLINE)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691640"/>
            <a:ext cx="4892040" cy="4160520"/>
          </a:xfrm>
          <a:prstGeom prst="roundRect">
            <a:avLst>
              <a:gd name="adj" fmla="val 1319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75564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ENGINE · 127.0.0.1 · numpy + onnxruntime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0" y="1691640"/>
            <a:ext cx="2953512" cy="4160520"/>
          </a:xfrm>
          <a:prstGeom prst="roundRect">
            <a:avLst>
              <a:gd name="adj" fmla="val 1858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1755648"/>
            <a:ext cx="2679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INTELLIGENCE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1945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 / video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getUserMedia, 30 fps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to person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192×192 RGBA, tracked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00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Overlay + voice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skeleton, angle arcs, cues in 7 languages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965960" y="2926080"/>
            <a:ext cx="914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19456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1945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MoveNet · Qualcomm AI Hub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w8a16 on Hexagon NPU (QNN EP, HTP), ~1 ms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72200" y="219456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1945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tracker + One-Euro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keypoints, next crop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4290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Goniometry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knee · hip · shoulder · elbow · trunk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794760" y="342900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34290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tests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· Springer · AAOS norms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72200" y="466344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6634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Reps + form rules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per-side hysteresis, quality score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 flipV="1">
            <a:off x="3200400" y="2651760"/>
            <a:ext cx="594360" cy="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035040" y="2651760"/>
            <a:ext cx="13716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242048" y="3108960"/>
            <a:ext cx="914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6035040" y="3886200"/>
            <a:ext cx="13716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242048" y="4343400"/>
            <a:ext cx="914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3200400" y="5212080"/>
            <a:ext cx="297180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3200400" y="4343400"/>
            <a:ext cx="100584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869680" y="466344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0" y="46634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./data (JSON)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angles, reps, scores. Never frames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869680" y="33832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0" y="3383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LLM (optional)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Qwen3-4B Q4_0 · llama.cpp on Oryon CPU, or GenieX / Foundry Local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869680" y="2194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21945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Summaries · plan · Q&amp;A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if no LLM; red-flag safety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321040" y="5120640"/>
            <a:ext cx="54864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10168128" y="4389120"/>
            <a:ext cx="914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10168128" y="3108960"/>
            <a:ext cx="914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3 native dependencies (numpy, onnxruntime, onnxruntime-qnn), all with Windows-on-ARM64 wheels. No OpenCV, PyTorch or npm build.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SNAPDRAGON COMPUTE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AI Hub pose models run on the Hexagon NPU in under 3 ms per frame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9164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303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Qualcomm AI Hub device profiles, v0.63.0 (ONNX). The cascade uses &lt;10% of the 33 ms frame budget at 30 fps.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0" y="1691640"/>
            <a:ext cx="5056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1764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cascade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0" y="17647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Hexagon NPU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66560" y="2103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MoveNet tracks and RTMPose-WholeBody refines (133 keypoints, feet). onnxruntime-qnn, strict 100% offload, context cache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2926080"/>
            <a:ext cx="5056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66560" y="2999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/ fallback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0" y="2999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Adreno GPU · CPU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66560" y="3337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model through the QNN GPU backend or the ORT CPU EP, with the fallback reason shown in the UI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0" y="4160520"/>
            <a:ext cx="505663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4233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LLM, after a session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0" y="4233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Oryon CPU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66560" y="4572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llama.cpp Q4_0 with i8mm repack. It decoded faster than the NPU/GPU backends in our earlier X Elite tests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5440680"/>
            <a:ext cx="5056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benchmark (NPU vs GPU vs CPU): latency, CPU load at 30 fps, and battery watts on the user's own device.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Engineered to be accurate, provable, and impossible to break in a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Provable NPU offload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are built with session.disable_cpu_ep_fallback=1. Success means every operator is on the Hexagon NPU.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Two-model NPU cascade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2304288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MoveNet tracks the person. RTMPose-WholeBody re-estimates 133 keypoints on its box. Exact uint16 I/O from AI Hub metadata.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from small models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304288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MoveNet crop tracking keeps the person large; One-Euro filtering in body-scale units.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rep counting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270248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Per-side hysteresis state machines, duration/timeout guards, form rules that must persist 4 frames.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97680" y="3703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View-independent tests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26280" y="4270248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Self-calibrating shoulder-height signal for sit/stand. 3/3 stands on the CDC's own front-view video.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46720" y="3703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3840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dead in a demo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75320" y="4270248"/>
            <a:ext cx="3108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NPU → GPU → CPU ladder, a QNN 1.x fallback route, LLM-free fallbacks, 31 tests incl. real video.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&amp; ACCESSIBILITY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script to install, one click to run, and no internet after that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scripts\setup.ps1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or installs native ARM64 Python, installs 3 packages, verifies AI Hub models by SHA-256, and self-tests the NPU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PunarGati.bat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Double-click. The browser opens on 127.0.0.1 and the NPU badge shows the live latency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scripts\setup-llm.ps1 (optional)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480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llama.cpp win-arm64 + Qwen3-4B Q4_0. Auto-detected, or use GenieX, Foundry Local or LM Studio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496519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94A3B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828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by default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49440" y="2450592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2331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Indian languages, offline voices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49440" y="292608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28072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view: skeleton only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49440" y="340156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282696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 any laptop (CPU fallback)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49440" y="3877056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375818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demo clip, no webcam needed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949440" y="4352544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42336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account, no subscription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49440" y="4828032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47091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stays in ./data on the PC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hands, feet and voice, all on the same NPU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· Snapdragon AI Lab Build &amp; Present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545775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94560"/>
            <a:ext cx="274320" cy="274320"/>
          </a:xfrm>
          <a:prstGeom prst="ellipse">
            <a:avLst/>
          </a:prstGeom>
          <a:solidFill>
            <a:srgbClr val="0F766E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Two-model NPU pose cascade, 9 exercises, 5 tests, reports, local LLM, 7 languages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93008" y="219456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2651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Hand-focused RTMPose crop for wrist and finger ROM (stroke and hand therapy)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0216" y="219456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63056" y="2651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Whisper on the NPU for hands-free "next / stop / pain" commands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07424" y="219456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264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70264" y="2651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against a goniometer with a physio clinic; FHIR/ABDM export; Arduino UNO Q haptic rep band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617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supervised-quality home exercise, visible progress, early fall-risk flags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297680" y="4160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Physiotherapists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4617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adherence and ROM trends between visits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046720" y="4160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251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Tier-2/3 India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75320" y="46177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no connectivity and no cloud bill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Private. Offline. Multilingual. Measured.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PunarGati puts a physiotherapist's eyes in every home that has a Snapdragon PC.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github.com/Sachin0496/punargati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MoveNet via Qualcomm AI Hub · ONNX Runtime QNN EP · llama.cpp · Qwen3 · MIT licensed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PunarGati: on-device AI physiotherapy coach for Snapdragon PCs</dc:title>
  <dc:subject>PptxGenJS Presentation</dc:subject>
  <dc:creator>Sachin</dc:creator>
  <cp:lastModifiedBy>Sachin</cp:lastModifiedBy>
  <cp:revision>1</cp:revision>
  <dcterms:created xsi:type="dcterms:W3CDTF">2026-09-29T18:41:04Z</dcterms:created>
  <dcterms:modified xsi:type="dcterms:W3CDTF">2026-09-29T18:41:04Z</dcterms:modified>
</cp:coreProperties>
</file>